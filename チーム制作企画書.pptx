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21" autoAdjust="0"/>
    <p:restoredTop sz="94660"/>
  </p:normalViewPr>
  <p:slideViewPr>
    <p:cSldViewPr snapToGrid="0">
      <p:cViewPr varScale="1">
        <p:scale>
          <a:sx n="104" d="100"/>
          <a:sy n="104" d="100"/>
        </p:scale>
        <p:origin x="870" y="1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01D9778-2461-A0E1-7D7E-C962B4D120F7}"/>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46A38BE3-1E38-4F1C-86E6-773B069A4F7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E2562B62-FF8B-4022-9E77-C36A7DC50CFA}"/>
              </a:ext>
            </a:extLst>
          </p:cNvPr>
          <p:cNvSpPr>
            <a:spLocks noGrp="1"/>
          </p:cNvSpPr>
          <p:nvPr>
            <p:ph type="dt" sz="half" idx="10"/>
          </p:nvPr>
        </p:nvSpPr>
        <p:spPr/>
        <p:txBody>
          <a:bodyPr/>
          <a:lstStyle/>
          <a:p>
            <a:fld id="{DE597735-EB93-4026-A043-166023A3C956}" type="datetimeFigureOut">
              <a:rPr kumimoji="1" lang="ja-JP" altLang="en-US" smtClean="0"/>
              <a:t>2026/4/23</a:t>
            </a:fld>
            <a:endParaRPr kumimoji="1" lang="ja-JP" altLang="en-US"/>
          </a:p>
        </p:txBody>
      </p:sp>
      <p:sp>
        <p:nvSpPr>
          <p:cNvPr id="5" name="フッター プレースホルダー 4">
            <a:extLst>
              <a:ext uri="{FF2B5EF4-FFF2-40B4-BE49-F238E27FC236}">
                <a16:creationId xmlns:a16="http://schemas.microsoft.com/office/drawing/2014/main" id="{EB578F04-4843-3CBE-541C-703FCEF7A8D6}"/>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5399E20A-D2C9-AA3D-A0D7-C464C979980E}"/>
              </a:ext>
            </a:extLst>
          </p:cNvPr>
          <p:cNvSpPr>
            <a:spLocks noGrp="1"/>
          </p:cNvSpPr>
          <p:nvPr>
            <p:ph type="sldNum" sz="quarter" idx="12"/>
          </p:nvPr>
        </p:nvSpPr>
        <p:spPr/>
        <p:txBody>
          <a:bodyPr/>
          <a:lstStyle/>
          <a:p>
            <a:fld id="{F99AFE46-13AF-4262-BC6A-0712E0A3D7FD}" type="slidenum">
              <a:rPr kumimoji="1" lang="ja-JP" altLang="en-US" smtClean="0"/>
              <a:t>‹#›</a:t>
            </a:fld>
            <a:endParaRPr kumimoji="1" lang="ja-JP" altLang="en-US"/>
          </a:p>
        </p:txBody>
      </p:sp>
    </p:spTree>
    <p:extLst>
      <p:ext uri="{BB962C8B-B14F-4D97-AF65-F5344CB8AC3E}">
        <p14:creationId xmlns:p14="http://schemas.microsoft.com/office/powerpoint/2010/main" val="34545294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AFE0E8B-F5B8-8E45-14CA-8D04E5169680}"/>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FF16D879-790E-C82E-BD9E-88ACEF68AF98}"/>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6D5BDDA5-2760-034A-6570-3BEDA364E392}"/>
              </a:ext>
            </a:extLst>
          </p:cNvPr>
          <p:cNvSpPr>
            <a:spLocks noGrp="1"/>
          </p:cNvSpPr>
          <p:nvPr>
            <p:ph type="dt" sz="half" idx="10"/>
          </p:nvPr>
        </p:nvSpPr>
        <p:spPr/>
        <p:txBody>
          <a:bodyPr/>
          <a:lstStyle/>
          <a:p>
            <a:fld id="{DE597735-EB93-4026-A043-166023A3C956}" type="datetimeFigureOut">
              <a:rPr kumimoji="1" lang="ja-JP" altLang="en-US" smtClean="0"/>
              <a:t>2026/4/23</a:t>
            </a:fld>
            <a:endParaRPr kumimoji="1" lang="ja-JP" altLang="en-US"/>
          </a:p>
        </p:txBody>
      </p:sp>
      <p:sp>
        <p:nvSpPr>
          <p:cNvPr id="5" name="フッター プレースホルダー 4">
            <a:extLst>
              <a:ext uri="{FF2B5EF4-FFF2-40B4-BE49-F238E27FC236}">
                <a16:creationId xmlns:a16="http://schemas.microsoft.com/office/drawing/2014/main" id="{9210AA99-77B2-64E8-7884-A12777747ACB}"/>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9CF57E71-F820-50C1-7C7D-B6200823EA2F}"/>
              </a:ext>
            </a:extLst>
          </p:cNvPr>
          <p:cNvSpPr>
            <a:spLocks noGrp="1"/>
          </p:cNvSpPr>
          <p:nvPr>
            <p:ph type="sldNum" sz="quarter" idx="12"/>
          </p:nvPr>
        </p:nvSpPr>
        <p:spPr/>
        <p:txBody>
          <a:bodyPr/>
          <a:lstStyle/>
          <a:p>
            <a:fld id="{F99AFE46-13AF-4262-BC6A-0712E0A3D7FD}" type="slidenum">
              <a:rPr kumimoji="1" lang="ja-JP" altLang="en-US" smtClean="0"/>
              <a:t>‹#›</a:t>
            </a:fld>
            <a:endParaRPr kumimoji="1" lang="ja-JP" altLang="en-US"/>
          </a:p>
        </p:txBody>
      </p:sp>
    </p:spTree>
    <p:extLst>
      <p:ext uri="{BB962C8B-B14F-4D97-AF65-F5344CB8AC3E}">
        <p14:creationId xmlns:p14="http://schemas.microsoft.com/office/powerpoint/2010/main" val="28089132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30392ED-D169-7886-69F2-A97A3BC2EA0E}"/>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5D125A15-885C-2577-0773-F0AC13BE811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DC25CEB2-83BC-A264-D776-87498472C6BF}"/>
              </a:ext>
            </a:extLst>
          </p:cNvPr>
          <p:cNvSpPr>
            <a:spLocks noGrp="1"/>
          </p:cNvSpPr>
          <p:nvPr>
            <p:ph type="dt" sz="half" idx="10"/>
          </p:nvPr>
        </p:nvSpPr>
        <p:spPr/>
        <p:txBody>
          <a:bodyPr/>
          <a:lstStyle/>
          <a:p>
            <a:fld id="{DE597735-EB93-4026-A043-166023A3C956}" type="datetimeFigureOut">
              <a:rPr kumimoji="1" lang="ja-JP" altLang="en-US" smtClean="0"/>
              <a:t>2026/4/23</a:t>
            </a:fld>
            <a:endParaRPr kumimoji="1" lang="ja-JP" altLang="en-US"/>
          </a:p>
        </p:txBody>
      </p:sp>
      <p:sp>
        <p:nvSpPr>
          <p:cNvPr id="5" name="フッター プレースホルダー 4">
            <a:extLst>
              <a:ext uri="{FF2B5EF4-FFF2-40B4-BE49-F238E27FC236}">
                <a16:creationId xmlns:a16="http://schemas.microsoft.com/office/drawing/2014/main" id="{A35A8BBF-FB67-E90A-4161-F8E08A9609F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E4C04E33-73F9-F5C9-88A5-119E92C1D177}"/>
              </a:ext>
            </a:extLst>
          </p:cNvPr>
          <p:cNvSpPr>
            <a:spLocks noGrp="1"/>
          </p:cNvSpPr>
          <p:nvPr>
            <p:ph type="sldNum" sz="quarter" idx="12"/>
          </p:nvPr>
        </p:nvSpPr>
        <p:spPr/>
        <p:txBody>
          <a:bodyPr/>
          <a:lstStyle/>
          <a:p>
            <a:fld id="{F99AFE46-13AF-4262-BC6A-0712E0A3D7FD}" type="slidenum">
              <a:rPr kumimoji="1" lang="ja-JP" altLang="en-US" smtClean="0"/>
              <a:t>‹#›</a:t>
            </a:fld>
            <a:endParaRPr kumimoji="1" lang="ja-JP" altLang="en-US"/>
          </a:p>
        </p:txBody>
      </p:sp>
    </p:spTree>
    <p:extLst>
      <p:ext uri="{BB962C8B-B14F-4D97-AF65-F5344CB8AC3E}">
        <p14:creationId xmlns:p14="http://schemas.microsoft.com/office/powerpoint/2010/main" val="26129102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16B46D8-F2C0-F7E0-8B1F-363E94241476}"/>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FB36E209-B9DA-A128-21F4-AD5D845E4C39}"/>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04656236-B3D5-4100-AE7B-F2196415D5AD}"/>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BA68D059-9BB6-CC9E-9069-350B9A0DEF49}"/>
              </a:ext>
            </a:extLst>
          </p:cNvPr>
          <p:cNvSpPr>
            <a:spLocks noGrp="1"/>
          </p:cNvSpPr>
          <p:nvPr>
            <p:ph type="dt" sz="half" idx="10"/>
          </p:nvPr>
        </p:nvSpPr>
        <p:spPr/>
        <p:txBody>
          <a:bodyPr/>
          <a:lstStyle/>
          <a:p>
            <a:fld id="{DE597735-EB93-4026-A043-166023A3C956}" type="datetimeFigureOut">
              <a:rPr kumimoji="1" lang="ja-JP" altLang="en-US" smtClean="0"/>
              <a:t>2026/4/23</a:t>
            </a:fld>
            <a:endParaRPr kumimoji="1" lang="ja-JP" altLang="en-US"/>
          </a:p>
        </p:txBody>
      </p:sp>
      <p:sp>
        <p:nvSpPr>
          <p:cNvPr id="6" name="フッター プレースホルダー 5">
            <a:extLst>
              <a:ext uri="{FF2B5EF4-FFF2-40B4-BE49-F238E27FC236}">
                <a16:creationId xmlns:a16="http://schemas.microsoft.com/office/drawing/2014/main" id="{48944CE3-E29F-F353-3701-9EB650C3A4D9}"/>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98E0C35C-15C6-6ED1-C22C-E8AF380EA59E}"/>
              </a:ext>
            </a:extLst>
          </p:cNvPr>
          <p:cNvSpPr>
            <a:spLocks noGrp="1"/>
          </p:cNvSpPr>
          <p:nvPr>
            <p:ph type="sldNum" sz="quarter" idx="12"/>
          </p:nvPr>
        </p:nvSpPr>
        <p:spPr/>
        <p:txBody>
          <a:bodyPr/>
          <a:lstStyle/>
          <a:p>
            <a:fld id="{F99AFE46-13AF-4262-BC6A-0712E0A3D7FD}" type="slidenum">
              <a:rPr kumimoji="1" lang="ja-JP" altLang="en-US" smtClean="0"/>
              <a:t>‹#›</a:t>
            </a:fld>
            <a:endParaRPr kumimoji="1" lang="ja-JP" altLang="en-US"/>
          </a:p>
        </p:txBody>
      </p:sp>
    </p:spTree>
    <p:extLst>
      <p:ext uri="{BB962C8B-B14F-4D97-AF65-F5344CB8AC3E}">
        <p14:creationId xmlns:p14="http://schemas.microsoft.com/office/powerpoint/2010/main" val="27694004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3D0157B-A668-BCD2-E2A6-CA65DF5009B1}"/>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788940CC-177D-60E7-5667-0934B25E9E0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F75DF4CF-411A-AFC4-E8BA-071F181FEF36}"/>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121B21CB-51DD-6FCE-41B0-54FE9AAD615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67092703-47D2-B100-AFEB-CCB39B8AF1F9}"/>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F802EA05-8AAA-3807-F342-D1D00A232BF2}"/>
              </a:ext>
            </a:extLst>
          </p:cNvPr>
          <p:cNvSpPr>
            <a:spLocks noGrp="1"/>
          </p:cNvSpPr>
          <p:nvPr>
            <p:ph type="dt" sz="half" idx="10"/>
          </p:nvPr>
        </p:nvSpPr>
        <p:spPr/>
        <p:txBody>
          <a:bodyPr/>
          <a:lstStyle/>
          <a:p>
            <a:fld id="{DE597735-EB93-4026-A043-166023A3C956}" type="datetimeFigureOut">
              <a:rPr kumimoji="1" lang="ja-JP" altLang="en-US" smtClean="0"/>
              <a:t>2026/4/23</a:t>
            </a:fld>
            <a:endParaRPr kumimoji="1" lang="ja-JP" altLang="en-US"/>
          </a:p>
        </p:txBody>
      </p:sp>
      <p:sp>
        <p:nvSpPr>
          <p:cNvPr id="8" name="フッター プレースホルダー 7">
            <a:extLst>
              <a:ext uri="{FF2B5EF4-FFF2-40B4-BE49-F238E27FC236}">
                <a16:creationId xmlns:a16="http://schemas.microsoft.com/office/drawing/2014/main" id="{62B65B21-23EE-23CA-9739-9621FF846047}"/>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86ADF46B-3E49-BEAD-F684-76FFCE4E3C7F}"/>
              </a:ext>
            </a:extLst>
          </p:cNvPr>
          <p:cNvSpPr>
            <a:spLocks noGrp="1"/>
          </p:cNvSpPr>
          <p:nvPr>
            <p:ph type="sldNum" sz="quarter" idx="12"/>
          </p:nvPr>
        </p:nvSpPr>
        <p:spPr/>
        <p:txBody>
          <a:bodyPr/>
          <a:lstStyle/>
          <a:p>
            <a:fld id="{F99AFE46-13AF-4262-BC6A-0712E0A3D7FD}" type="slidenum">
              <a:rPr kumimoji="1" lang="ja-JP" altLang="en-US" smtClean="0"/>
              <a:t>‹#›</a:t>
            </a:fld>
            <a:endParaRPr kumimoji="1" lang="ja-JP" altLang="en-US"/>
          </a:p>
        </p:txBody>
      </p:sp>
    </p:spTree>
    <p:extLst>
      <p:ext uri="{BB962C8B-B14F-4D97-AF65-F5344CB8AC3E}">
        <p14:creationId xmlns:p14="http://schemas.microsoft.com/office/powerpoint/2010/main" val="6993813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2348AF6-71A0-AE1A-4D2B-627297A26C19}"/>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B58A97A3-C2C7-6808-9A1D-02890A650080}"/>
              </a:ext>
            </a:extLst>
          </p:cNvPr>
          <p:cNvSpPr>
            <a:spLocks noGrp="1"/>
          </p:cNvSpPr>
          <p:nvPr>
            <p:ph type="dt" sz="half" idx="10"/>
          </p:nvPr>
        </p:nvSpPr>
        <p:spPr/>
        <p:txBody>
          <a:bodyPr/>
          <a:lstStyle/>
          <a:p>
            <a:fld id="{DE597735-EB93-4026-A043-166023A3C956}" type="datetimeFigureOut">
              <a:rPr kumimoji="1" lang="ja-JP" altLang="en-US" smtClean="0"/>
              <a:t>2026/4/23</a:t>
            </a:fld>
            <a:endParaRPr kumimoji="1" lang="ja-JP" altLang="en-US"/>
          </a:p>
        </p:txBody>
      </p:sp>
      <p:sp>
        <p:nvSpPr>
          <p:cNvPr id="4" name="フッター プレースホルダー 3">
            <a:extLst>
              <a:ext uri="{FF2B5EF4-FFF2-40B4-BE49-F238E27FC236}">
                <a16:creationId xmlns:a16="http://schemas.microsoft.com/office/drawing/2014/main" id="{C3B3055C-6446-EEA9-2C10-E3779FA2AA97}"/>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DA551974-5FD6-23E7-3B6E-1C670803BF32}"/>
              </a:ext>
            </a:extLst>
          </p:cNvPr>
          <p:cNvSpPr>
            <a:spLocks noGrp="1"/>
          </p:cNvSpPr>
          <p:nvPr>
            <p:ph type="sldNum" sz="quarter" idx="12"/>
          </p:nvPr>
        </p:nvSpPr>
        <p:spPr/>
        <p:txBody>
          <a:bodyPr/>
          <a:lstStyle/>
          <a:p>
            <a:fld id="{F99AFE46-13AF-4262-BC6A-0712E0A3D7FD}" type="slidenum">
              <a:rPr kumimoji="1" lang="ja-JP" altLang="en-US" smtClean="0"/>
              <a:t>‹#›</a:t>
            </a:fld>
            <a:endParaRPr kumimoji="1" lang="ja-JP" altLang="en-US"/>
          </a:p>
        </p:txBody>
      </p:sp>
    </p:spTree>
    <p:extLst>
      <p:ext uri="{BB962C8B-B14F-4D97-AF65-F5344CB8AC3E}">
        <p14:creationId xmlns:p14="http://schemas.microsoft.com/office/powerpoint/2010/main" val="6737940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73F20CCC-8EDD-DD53-6224-9D2542B25EB6}"/>
              </a:ext>
            </a:extLst>
          </p:cNvPr>
          <p:cNvSpPr>
            <a:spLocks noGrp="1"/>
          </p:cNvSpPr>
          <p:nvPr>
            <p:ph type="dt" sz="half" idx="10"/>
          </p:nvPr>
        </p:nvSpPr>
        <p:spPr/>
        <p:txBody>
          <a:bodyPr/>
          <a:lstStyle/>
          <a:p>
            <a:fld id="{DE597735-EB93-4026-A043-166023A3C956}" type="datetimeFigureOut">
              <a:rPr kumimoji="1" lang="ja-JP" altLang="en-US" smtClean="0"/>
              <a:t>2026/4/23</a:t>
            </a:fld>
            <a:endParaRPr kumimoji="1" lang="ja-JP" altLang="en-US"/>
          </a:p>
        </p:txBody>
      </p:sp>
      <p:sp>
        <p:nvSpPr>
          <p:cNvPr id="3" name="フッター プレースホルダー 2">
            <a:extLst>
              <a:ext uri="{FF2B5EF4-FFF2-40B4-BE49-F238E27FC236}">
                <a16:creationId xmlns:a16="http://schemas.microsoft.com/office/drawing/2014/main" id="{C7F445C7-7869-59AD-7BFE-4E5F7723FA36}"/>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BF78D451-7460-C6E2-76D7-412E090F01CA}"/>
              </a:ext>
            </a:extLst>
          </p:cNvPr>
          <p:cNvSpPr>
            <a:spLocks noGrp="1"/>
          </p:cNvSpPr>
          <p:nvPr>
            <p:ph type="sldNum" sz="quarter" idx="12"/>
          </p:nvPr>
        </p:nvSpPr>
        <p:spPr/>
        <p:txBody>
          <a:bodyPr/>
          <a:lstStyle/>
          <a:p>
            <a:fld id="{F99AFE46-13AF-4262-BC6A-0712E0A3D7FD}" type="slidenum">
              <a:rPr kumimoji="1" lang="ja-JP" altLang="en-US" smtClean="0"/>
              <a:t>‹#›</a:t>
            </a:fld>
            <a:endParaRPr kumimoji="1" lang="ja-JP" altLang="en-US"/>
          </a:p>
        </p:txBody>
      </p:sp>
    </p:spTree>
    <p:extLst>
      <p:ext uri="{BB962C8B-B14F-4D97-AF65-F5344CB8AC3E}">
        <p14:creationId xmlns:p14="http://schemas.microsoft.com/office/powerpoint/2010/main" val="1066784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3BB3D2B-BC37-BA94-29A9-9ACB0041DFD7}"/>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B3A7AD1B-F674-3983-EAD9-5C9196A5868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89B4AA09-5887-2C54-AB24-676ED6EE38B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448F315E-1BC8-672E-19A1-5B5E73DEE283}"/>
              </a:ext>
            </a:extLst>
          </p:cNvPr>
          <p:cNvSpPr>
            <a:spLocks noGrp="1"/>
          </p:cNvSpPr>
          <p:nvPr>
            <p:ph type="dt" sz="half" idx="10"/>
          </p:nvPr>
        </p:nvSpPr>
        <p:spPr/>
        <p:txBody>
          <a:bodyPr/>
          <a:lstStyle/>
          <a:p>
            <a:fld id="{DE597735-EB93-4026-A043-166023A3C956}" type="datetimeFigureOut">
              <a:rPr kumimoji="1" lang="ja-JP" altLang="en-US" smtClean="0"/>
              <a:t>2026/4/23</a:t>
            </a:fld>
            <a:endParaRPr kumimoji="1" lang="ja-JP" altLang="en-US"/>
          </a:p>
        </p:txBody>
      </p:sp>
      <p:sp>
        <p:nvSpPr>
          <p:cNvPr id="6" name="フッター プレースホルダー 5">
            <a:extLst>
              <a:ext uri="{FF2B5EF4-FFF2-40B4-BE49-F238E27FC236}">
                <a16:creationId xmlns:a16="http://schemas.microsoft.com/office/drawing/2014/main" id="{95EE9BD7-7207-447A-26DF-69D0A2A5166E}"/>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E1473718-BDB0-329E-CC13-457A8DFD302E}"/>
              </a:ext>
            </a:extLst>
          </p:cNvPr>
          <p:cNvSpPr>
            <a:spLocks noGrp="1"/>
          </p:cNvSpPr>
          <p:nvPr>
            <p:ph type="sldNum" sz="quarter" idx="12"/>
          </p:nvPr>
        </p:nvSpPr>
        <p:spPr/>
        <p:txBody>
          <a:bodyPr/>
          <a:lstStyle/>
          <a:p>
            <a:fld id="{F99AFE46-13AF-4262-BC6A-0712E0A3D7FD}" type="slidenum">
              <a:rPr kumimoji="1" lang="ja-JP" altLang="en-US" smtClean="0"/>
              <a:t>‹#›</a:t>
            </a:fld>
            <a:endParaRPr kumimoji="1" lang="ja-JP" altLang="en-US"/>
          </a:p>
        </p:txBody>
      </p:sp>
    </p:spTree>
    <p:extLst>
      <p:ext uri="{BB962C8B-B14F-4D97-AF65-F5344CB8AC3E}">
        <p14:creationId xmlns:p14="http://schemas.microsoft.com/office/powerpoint/2010/main" val="18181764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E45EB52-348E-AA7F-EEB1-02613A365D9D}"/>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859B1A59-60E4-D043-DBD7-B7A93508FCE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B5FD2659-61E4-A416-6DE5-3ADA9A9981E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1598116B-8E9A-0AB7-76A2-14C33663B871}"/>
              </a:ext>
            </a:extLst>
          </p:cNvPr>
          <p:cNvSpPr>
            <a:spLocks noGrp="1"/>
          </p:cNvSpPr>
          <p:nvPr>
            <p:ph type="dt" sz="half" idx="10"/>
          </p:nvPr>
        </p:nvSpPr>
        <p:spPr/>
        <p:txBody>
          <a:bodyPr/>
          <a:lstStyle/>
          <a:p>
            <a:fld id="{DE597735-EB93-4026-A043-166023A3C956}" type="datetimeFigureOut">
              <a:rPr kumimoji="1" lang="ja-JP" altLang="en-US" smtClean="0"/>
              <a:t>2026/4/23</a:t>
            </a:fld>
            <a:endParaRPr kumimoji="1" lang="ja-JP" altLang="en-US"/>
          </a:p>
        </p:txBody>
      </p:sp>
      <p:sp>
        <p:nvSpPr>
          <p:cNvPr id="6" name="フッター プレースホルダー 5">
            <a:extLst>
              <a:ext uri="{FF2B5EF4-FFF2-40B4-BE49-F238E27FC236}">
                <a16:creationId xmlns:a16="http://schemas.microsoft.com/office/drawing/2014/main" id="{679FDAAD-36A1-47D7-518A-51715A892048}"/>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91EA3CF5-CD06-21B8-F4FB-5A4BFE07FE37}"/>
              </a:ext>
            </a:extLst>
          </p:cNvPr>
          <p:cNvSpPr>
            <a:spLocks noGrp="1"/>
          </p:cNvSpPr>
          <p:nvPr>
            <p:ph type="sldNum" sz="quarter" idx="12"/>
          </p:nvPr>
        </p:nvSpPr>
        <p:spPr/>
        <p:txBody>
          <a:bodyPr/>
          <a:lstStyle/>
          <a:p>
            <a:fld id="{F99AFE46-13AF-4262-BC6A-0712E0A3D7FD}" type="slidenum">
              <a:rPr kumimoji="1" lang="ja-JP" altLang="en-US" smtClean="0"/>
              <a:t>‹#›</a:t>
            </a:fld>
            <a:endParaRPr kumimoji="1" lang="ja-JP" altLang="en-US"/>
          </a:p>
        </p:txBody>
      </p:sp>
    </p:spTree>
    <p:extLst>
      <p:ext uri="{BB962C8B-B14F-4D97-AF65-F5344CB8AC3E}">
        <p14:creationId xmlns:p14="http://schemas.microsoft.com/office/powerpoint/2010/main" val="30689141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503E84A-827D-92E1-5A83-6021BFE0E635}"/>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01CE3324-0300-3E15-DFE5-81A0BA636F9A}"/>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C680DF12-DFE5-B9FB-AAEE-85F8F590566E}"/>
              </a:ext>
            </a:extLst>
          </p:cNvPr>
          <p:cNvSpPr>
            <a:spLocks noGrp="1"/>
          </p:cNvSpPr>
          <p:nvPr>
            <p:ph type="dt" sz="half" idx="10"/>
          </p:nvPr>
        </p:nvSpPr>
        <p:spPr/>
        <p:txBody>
          <a:bodyPr/>
          <a:lstStyle/>
          <a:p>
            <a:fld id="{DE597735-EB93-4026-A043-166023A3C956}" type="datetimeFigureOut">
              <a:rPr kumimoji="1" lang="ja-JP" altLang="en-US" smtClean="0"/>
              <a:t>2026/4/23</a:t>
            </a:fld>
            <a:endParaRPr kumimoji="1" lang="ja-JP" altLang="en-US"/>
          </a:p>
        </p:txBody>
      </p:sp>
      <p:sp>
        <p:nvSpPr>
          <p:cNvPr id="5" name="フッター プレースホルダー 4">
            <a:extLst>
              <a:ext uri="{FF2B5EF4-FFF2-40B4-BE49-F238E27FC236}">
                <a16:creationId xmlns:a16="http://schemas.microsoft.com/office/drawing/2014/main" id="{38F89CFC-8B3F-F509-B84A-E3182C417081}"/>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8BB21B84-F8FB-7EFA-7C9D-17F4C7C4FB78}"/>
              </a:ext>
            </a:extLst>
          </p:cNvPr>
          <p:cNvSpPr>
            <a:spLocks noGrp="1"/>
          </p:cNvSpPr>
          <p:nvPr>
            <p:ph type="sldNum" sz="quarter" idx="12"/>
          </p:nvPr>
        </p:nvSpPr>
        <p:spPr/>
        <p:txBody>
          <a:bodyPr/>
          <a:lstStyle/>
          <a:p>
            <a:fld id="{F99AFE46-13AF-4262-BC6A-0712E0A3D7FD}" type="slidenum">
              <a:rPr kumimoji="1" lang="ja-JP" altLang="en-US" smtClean="0"/>
              <a:t>‹#›</a:t>
            </a:fld>
            <a:endParaRPr kumimoji="1" lang="ja-JP" altLang="en-US"/>
          </a:p>
        </p:txBody>
      </p:sp>
    </p:spTree>
    <p:extLst>
      <p:ext uri="{BB962C8B-B14F-4D97-AF65-F5344CB8AC3E}">
        <p14:creationId xmlns:p14="http://schemas.microsoft.com/office/powerpoint/2010/main" val="37706489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DEFD4BAA-DC76-DE92-C9CC-822C98EAC504}"/>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20C18F79-EEF0-9061-70F0-CE8A4F14E2F8}"/>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C53E0568-7E18-9200-006E-9104C61144BD}"/>
              </a:ext>
            </a:extLst>
          </p:cNvPr>
          <p:cNvSpPr>
            <a:spLocks noGrp="1"/>
          </p:cNvSpPr>
          <p:nvPr>
            <p:ph type="dt" sz="half" idx="10"/>
          </p:nvPr>
        </p:nvSpPr>
        <p:spPr/>
        <p:txBody>
          <a:bodyPr/>
          <a:lstStyle/>
          <a:p>
            <a:fld id="{DE597735-EB93-4026-A043-166023A3C956}" type="datetimeFigureOut">
              <a:rPr kumimoji="1" lang="ja-JP" altLang="en-US" smtClean="0"/>
              <a:t>2026/4/23</a:t>
            </a:fld>
            <a:endParaRPr kumimoji="1" lang="ja-JP" altLang="en-US"/>
          </a:p>
        </p:txBody>
      </p:sp>
      <p:sp>
        <p:nvSpPr>
          <p:cNvPr id="5" name="フッター プレースホルダー 4">
            <a:extLst>
              <a:ext uri="{FF2B5EF4-FFF2-40B4-BE49-F238E27FC236}">
                <a16:creationId xmlns:a16="http://schemas.microsoft.com/office/drawing/2014/main" id="{43569F4A-0259-BA6B-940A-C13FCFAD65DE}"/>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ED9140CB-07B0-D443-CBFD-20A5BDFB050E}"/>
              </a:ext>
            </a:extLst>
          </p:cNvPr>
          <p:cNvSpPr>
            <a:spLocks noGrp="1"/>
          </p:cNvSpPr>
          <p:nvPr>
            <p:ph type="sldNum" sz="quarter" idx="12"/>
          </p:nvPr>
        </p:nvSpPr>
        <p:spPr/>
        <p:txBody>
          <a:bodyPr/>
          <a:lstStyle/>
          <a:p>
            <a:fld id="{F99AFE46-13AF-4262-BC6A-0712E0A3D7FD}" type="slidenum">
              <a:rPr kumimoji="1" lang="ja-JP" altLang="en-US" smtClean="0"/>
              <a:t>‹#›</a:t>
            </a:fld>
            <a:endParaRPr kumimoji="1" lang="ja-JP" altLang="en-US"/>
          </a:p>
        </p:txBody>
      </p:sp>
    </p:spTree>
    <p:extLst>
      <p:ext uri="{BB962C8B-B14F-4D97-AF65-F5344CB8AC3E}">
        <p14:creationId xmlns:p14="http://schemas.microsoft.com/office/powerpoint/2010/main" val="24126217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7AE04F7F-CBA5-8CB4-4C7B-79B09745665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AD0181BD-A04E-56EB-65ED-EE4B9825512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B692C20F-9D66-7F79-BB95-B36136518A0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E597735-EB93-4026-A043-166023A3C956}" type="datetimeFigureOut">
              <a:rPr kumimoji="1" lang="ja-JP" altLang="en-US" smtClean="0"/>
              <a:t>2026/4/23</a:t>
            </a:fld>
            <a:endParaRPr kumimoji="1" lang="ja-JP" altLang="en-US"/>
          </a:p>
        </p:txBody>
      </p:sp>
      <p:sp>
        <p:nvSpPr>
          <p:cNvPr id="5" name="フッター プレースホルダー 4">
            <a:extLst>
              <a:ext uri="{FF2B5EF4-FFF2-40B4-BE49-F238E27FC236}">
                <a16:creationId xmlns:a16="http://schemas.microsoft.com/office/drawing/2014/main" id="{DAC0F7C6-F059-0250-3DE8-6654F9364D5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8A472C20-9328-B56F-52FE-BC2F781C52C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99AFE46-13AF-4262-BC6A-0712E0A3D7FD}" type="slidenum">
              <a:rPr kumimoji="1" lang="ja-JP" altLang="en-US" smtClean="0"/>
              <a:t>‹#›</a:t>
            </a:fld>
            <a:endParaRPr kumimoji="1" lang="ja-JP" altLang="en-US"/>
          </a:p>
        </p:txBody>
      </p:sp>
    </p:spTree>
    <p:extLst>
      <p:ext uri="{BB962C8B-B14F-4D97-AF65-F5344CB8AC3E}">
        <p14:creationId xmlns:p14="http://schemas.microsoft.com/office/powerpoint/2010/main" val="352896594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C735B623-419E-93E4-74AC-3309EB4C0CCE}"/>
              </a:ext>
            </a:extLst>
          </p:cNvPr>
          <p:cNvSpPr txBox="1"/>
          <p:nvPr/>
        </p:nvSpPr>
        <p:spPr>
          <a:xfrm>
            <a:off x="56271" y="0"/>
            <a:ext cx="12192000" cy="3970318"/>
          </a:xfrm>
          <a:prstGeom prst="rect">
            <a:avLst/>
          </a:prstGeom>
          <a:noFill/>
        </p:spPr>
        <p:txBody>
          <a:bodyPr wrap="square" rtlCol="0">
            <a:spAutoFit/>
          </a:bodyPr>
          <a:lstStyle/>
          <a:p>
            <a:r>
              <a:rPr kumimoji="1" lang="ja-JP" altLang="en-US" dirty="0"/>
              <a:t>２</a:t>
            </a:r>
            <a:r>
              <a:rPr kumimoji="1" lang="en-US" altLang="ja-JP" dirty="0"/>
              <a:t>D</a:t>
            </a:r>
            <a:r>
              <a:rPr kumimoji="1" lang="ja-JP" altLang="en-US" dirty="0"/>
              <a:t>アクションゲーム　</a:t>
            </a:r>
            <a:endParaRPr kumimoji="1" lang="en-US" altLang="ja-JP" dirty="0"/>
          </a:p>
          <a:p>
            <a:r>
              <a:rPr kumimoji="1" lang="ja-JP" altLang="en-US" dirty="0"/>
              <a:t>世界観</a:t>
            </a:r>
            <a:r>
              <a:rPr lang="ja-JP" altLang="en-US" dirty="0"/>
              <a:t>は地下世界</a:t>
            </a:r>
            <a:endParaRPr lang="en-US" altLang="ja-JP" dirty="0"/>
          </a:p>
          <a:p>
            <a:r>
              <a:rPr lang="ja-JP" altLang="en-US" dirty="0"/>
              <a:t>階層（進むごとに敵が強くなる）</a:t>
            </a:r>
            <a:endParaRPr lang="en-US" altLang="ja-JP" dirty="0"/>
          </a:p>
          <a:p>
            <a:r>
              <a:rPr lang="ja-JP" altLang="en-US" dirty="0"/>
              <a:t>プレイヤーは冒険者</a:t>
            </a:r>
            <a:endParaRPr lang="en-US" altLang="ja-JP" dirty="0"/>
          </a:p>
          <a:p>
            <a:r>
              <a:rPr lang="ja-JP" altLang="en-US" dirty="0"/>
              <a:t>敵キャラは虫</a:t>
            </a:r>
            <a:endParaRPr lang="en-US" altLang="ja-JP" dirty="0"/>
          </a:p>
          <a:p>
            <a:r>
              <a:rPr lang="ja-JP" altLang="en-US" dirty="0"/>
              <a:t>最高４種類</a:t>
            </a:r>
            <a:endParaRPr lang="en-US" altLang="ja-JP" dirty="0"/>
          </a:p>
          <a:p>
            <a:r>
              <a:rPr lang="ja-JP" altLang="en-US" dirty="0"/>
              <a:t>歩くだけ＞飛び道具＞ボス＞飛ぶやつ</a:t>
            </a:r>
            <a:endParaRPr lang="en-US" altLang="ja-JP" dirty="0"/>
          </a:p>
          <a:p>
            <a:r>
              <a:rPr lang="ja-JP" altLang="en-US" dirty="0"/>
              <a:t>プレイヤーのアクション</a:t>
            </a:r>
            <a:endParaRPr lang="en-US" altLang="ja-JP" dirty="0"/>
          </a:p>
          <a:p>
            <a:r>
              <a:rPr lang="ja-JP" altLang="en-US" dirty="0"/>
              <a:t>ジャンプ</a:t>
            </a:r>
            <a:endParaRPr lang="en-US" altLang="ja-JP" dirty="0"/>
          </a:p>
          <a:p>
            <a:r>
              <a:rPr lang="ja-JP" altLang="en-US" dirty="0"/>
              <a:t>ダッシュ</a:t>
            </a:r>
            <a:endParaRPr lang="en-US" altLang="ja-JP" dirty="0"/>
          </a:p>
          <a:p>
            <a:r>
              <a:rPr lang="ja-JP" altLang="en-US" dirty="0"/>
              <a:t>アイテムを置き無双系にする</a:t>
            </a:r>
            <a:endParaRPr lang="en-US" altLang="ja-JP" dirty="0"/>
          </a:p>
          <a:p>
            <a:r>
              <a:rPr lang="ja-JP" altLang="en-US" dirty="0"/>
              <a:t>敵の量を増やす</a:t>
            </a:r>
            <a:endParaRPr lang="en-US" altLang="ja-JP" dirty="0"/>
          </a:p>
          <a:p>
            <a:r>
              <a:rPr lang="ja-JP" altLang="en-US" dirty="0"/>
              <a:t>職業を作る</a:t>
            </a:r>
            <a:endParaRPr lang="en-US" altLang="ja-JP" dirty="0"/>
          </a:p>
          <a:p>
            <a:endParaRPr lang="en-US" altLang="ja-JP" dirty="0"/>
          </a:p>
        </p:txBody>
      </p:sp>
    </p:spTree>
    <p:extLst>
      <p:ext uri="{BB962C8B-B14F-4D97-AF65-F5344CB8AC3E}">
        <p14:creationId xmlns:p14="http://schemas.microsoft.com/office/powerpoint/2010/main" val="29873745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字幕 2">
            <a:extLst>
              <a:ext uri="{FF2B5EF4-FFF2-40B4-BE49-F238E27FC236}">
                <a16:creationId xmlns:a16="http://schemas.microsoft.com/office/drawing/2014/main" id="{7B2FB78E-069A-856B-9E09-521B1F5EA74A}"/>
              </a:ext>
            </a:extLst>
          </p:cNvPr>
          <p:cNvSpPr>
            <a:spLocks noGrp="1"/>
          </p:cNvSpPr>
          <p:nvPr>
            <p:ph type="subTitle" idx="1"/>
          </p:nvPr>
        </p:nvSpPr>
        <p:spPr>
          <a:xfrm>
            <a:off x="0" y="0"/>
            <a:ext cx="12192000" cy="6858000"/>
          </a:xfrm>
        </p:spPr>
        <p:txBody>
          <a:bodyPr>
            <a:normAutofit fontScale="92500" lnSpcReduction="20000"/>
          </a:bodyPr>
          <a:lstStyle/>
          <a:p>
            <a:r>
              <a:rPr lang="ja-JP" altLang="en-US" sz="9600" dirty="0"/>
              <a:t>　</a:t>
            </a:r>
            <a:endParaRPr lang="en-US" altLang="ja-JP" sz="9600" dirty="0"/>
          </a:p>
          <a:p>
            <a:r>
              <a:rPr lang="ja-JP" altLang="en-US" sz="9600" dirty="0"/>
              <a:t>タイトル名</a:t>
            </a:r>
            <a:endParaRPr lang="en-US" altLang="ja-JP" sz="9600" dirty="0"/>
          </a:p>
          <a:p>
            <a:endParaRPr kumimoji="1" lang="en-US" altLang="ja-JP" sz="9600" dirty="0">
              <a:solidFill>
                <a:schemeClr val="accent1">
                  <a:lumMod val="40000"/>
                  <a:lumOff val="60000"/>
                </a:schemeClr>
              </a:solidFill>
            </a:endParaRPr>
          </a:p>
          <a:p>
            <a:endParaRPr lang="en-US" altLang="ja-JP" sz="2800" dirty="0">
              <a:solidFill>
                <a:schemeClr val="accent1">
                  <a:lumMod val="40000"/>
                  <a:lumOff val="60000"/>
                </a:schemeClr>
              </a:solidFill>
            </a:endParaRPr>
          </a:p>
          <a:p>
            <a:endParaRPr kumimoji="1" lang="en-US" altLang="ja-JP" sz="2800" dirty="0">
              <a:solidFill>
                <a:schemeClr val="accent1">
                  <a:lumMod val="40000"/>
                  <a:lumOff val="60000"/>
                </a:schemeClr>
              </a:solidFill>
            </a:endParaRPr>
          </a:p>
          <a:p>
            <a:endParaRPr lang="en-US" altLang="ja-JP" sz="2800" dirty="0">
              <a:solidFill>
                <a:schemeClr val="accent1">
                  <a:lumMod val="40000"/>
                  <a:lumOff val="60000"/>
                </a:schemeClr>
              </a:solidFill>
            </a:endParaRPr>
          </a:p>
          <a:p>
            <a:endParaRPr kumimoji="1" lang="en-US" altLang="ja-JP" sz="2800" dirty="0">
              <a:solidFill>
                <a:schemeClr val="accent1">
                  <a:lumMod val="40000"/>
                  <a:lumOff val="60000"/>
                </a:schemeClr>
              </a:solidFill>
            </a:endParaRPr>
          </a:p>
          <a:p>
            <a:endParaRPr lang="en-US" altLang="ja-JP" sz="2800" dirty="0">
              <a:solidFill>
                <a:schemeClr val="accent1">
                  <a:lumMod val="40000"/>
                  <a:lumOff val="60000"/>
                </a:schemeClr>
              </a:solidFill>
            </a:endParaRPr>
          </a:p>
          <a:p>
            <a:endParaRPr kumimoji="1" lang="en-US" altLang="ja-JP" sz="2800" dirty="0">
              <a:solidFill>
                <a:schemeClr val="accent1">
                  <a:lumMod val="40000"/>
                  <a:lumOff val="60000"/>
                </a:schemeClr>
              </a:solidFill>
            </a:endParaRPr>
          </a:p>
          <a:p>
            <a:pPr algn="l"/>
            <a:r>
              <a:rPr lang="ja-JP" altLang="en-US" sz="2800" dirty="0"/>
              <a:t>　　　　　　　　　　　　　　　　　　　　　　チーム名ゲーム依存</a:t>
            </a:r>
            <a:endParaRPr lang="en-US" altLang="ja-JP" sz="2800" dirty="0"/>
          </a:p>
          <a:p>
            <a:pPr algn="l"/>
            <a:r>
              <a:rPr lang="ja-JP" altLang="en-US" sz="2800" dirty="0"/>
              <a:t>　　　　　　　　　　チームメイト　寺山陽貴　連城陸史　船迫由雅　山方誠騎</a:t>
            </a:r>
            <a:endParaRPr lang="en-US" altLang="ja-JP" sz="2800" dirty="0"/>
          </a:p>
          <a:p>
            <a:endParaRPr kumimoji="1" lang="en-US" altLang="ja-JP" sz="2800" dirty="0"/>
          </a:p>
          <a:p>
            <a:endParaRPr kumimoji="1" lang="ja-JP" altLang="en-US" sz="9600" dirty="0"/>
          </a:p>
        </p:txBody>
      </p:sp>
    </p:spTree>
    <p:extLst>
      <p:ext uri="{BB962C8B-B14F-4D97-AF65-F5344CB8AC3E}">
        <p14:creationId xmlns:p14="http://schemas.microsoft.com/office/powerpoint/2010/main" val="11675020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DD113DBC-DFC7-D2F7-2B10-67BCB1411BBE}"/>
              </a:ext>
            </a:extLst>
          </p:cNvPr>
          <p:cNvSpPr>
            <a:spLocks noGrp="1"/>
          </p:cNvSpPr>
          <p:nvPr>
            <p:ph idx="1"/>
          </p:nvPr>
        </p:nvSpPr>
        <p:spPr>
          <a:xfrm>
            <a:off x="0" y="0"/>
            <a:ext cx="12192000" cy="6858000"/>
          </a:xfrm>
        </p:spPr>
        <p:txBody>
          <a:bodyPr/>
          <a:lstStyle/>
          <a:p>
            <a:pPr marL="0" indent="0">
              <a:buNone/>
            </a:pPr>
            <a:r>
              <a:rPr kumimoji="1" lang="ja-JP" altLang="en-US" dirty="0"/>
              <a:t>　　　　　　　　　</a:t>
            </a:r>
            <a:r>
              <a:rPr kumimoji="1" lang="ja-JP" altLang="en-US" sz="9600" dirty="0"/>
              <a:t>コンセプト</a:t>
            </a:r>
            <a:endParaRPr kumimoji="1" lang="en-US" altLang="ja-JP" sz="9600" dirty="0"/>
          </a:p>
          <a:p>
            <a:pPr marL="0" indent="0">
              <a:buNone/>
            </a:pPr>
            <a:r>
              <a:rPr lang="ja-JP" altLang="en-US" sz="9600" dirty="0"/>
              <a:t>　　　</a:t>
            </a:r>
            <a:r>
              <a:rPr lang="ja-JP" altLang="en-US" sz="9600" dirty="0">
                <a:solidFill>
                  <a:schemeClr val="accent1">
                    <a:lumMod val="60000"/>
                    <a:lumOff val="40000"/>
                  </a:schemeClr>
                </a:solidFill>
              </a:rPr>
              <a:t>爽快感</a:t>
            </a:r>
            <a:endParaRPr lang="en-US" altLang="ja-JP" sz="9600" dirty="0">
              <a:solidFill>
                <a:schemeClr val="accent1">
                  <a:lumMod val="60000"/>
                  <a:lumOff val="40000"/>
                </a:schemeClr>
              </a:solidFill>
            </a:endParaRPr>
          </a:p>
          <a:p>
            <a:pPr marL="0" indent="0">
              <a:buNone/>
            </a:pPr>
            <a:endParaRPr kumimoji="1" lang="en-US" altLang="ja-JP" sz="2400" dirty="0">
              <a:solidFill>
                <a:schemeClr val="accent1">
                  <a:lumMod val="60000"/>
                  <a:lumOff val="40000"/>
                </a:schemeClr>
              </a:solidFill>
            </a:endParaRPr>
          </a:p>
          <a:p>
            <a:pPr marL="0" indent="0">
              <a:buNone/>
            </a:pPr>
            <a:r>
              <a:rPr kumimoji="1" lang="ja-JP" altLang="en-US" sz="2400" dirty="0"/>
              <a:t>大量に沸く敵をなぎ倒していくところに爽快感を感じることができ、「きもちぇ～と」と思えます。</a:t>
            </a:r>
            <a:endParaRPr kumimoji="1" lang="en-US" altLang="ja-JP" sz="2400" dirty="0"/>
          </a:p>
          <a:p>
            <a:pPr marL="0" indent="0">
              <a:buNone/>
            </a:pPr>
            <a:endParaRPr kumimoji="1" lang="en-US" altLang="ja-JP" sz="2400" dirty="0"/>
          </a:p>
          <a:p>
            <a:pPr marL="0" indent="0">
              <a:buNone/>
            </a:pPr>
            <a:r>
              <a:rPr lang="ja-JP" altLang="en-US" sz="6000" dirty="0"/>
              <a:t>　　　ターゲットユーザー</a:t>
            </a:r>
            <a:endParaRPr lang="en-US" altLang="ja-JP" sz="2400" dirty="0"/>
          </a:p>
          <a:p>
            <a:pPr marL="0" indent="0">
              <a:buNone/>
            </a:pPr>
            <a:r>
              <a:rPr lang="ja-JP" altLang="en-US" sz="4000" dirty="0"/>
              <a:t>　　　　数百万人（ホロナイトクリヤ者）</a:t>
            </a:r>
            <a:endParaRPr kumimoji="1" lang="ja-JP" altLang="en-US" sz="4000" dirty="0"/>
          </a:p>
        </p:txBody>
      </p:sp>
    </p:spTree>
    <p:extLst>
      <p:ext uri="{BB962C8B-B14F-4D97-AF65-F5344CB8AC3E}">
        <p14:creationId xmlns:p14="http://schemas.microsoft.com/office/powerpoint/2010/main" val="27948066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992CA631-609E-1D6B-3781-2ECD70D9265C}"/>
              </a:ext>
            </a:extLst>
          </p:cNvPr>
          <p:cNvSpPr>
            <a:spLocks noGrp="1"/>
          </p:cNvSpPr>
          <p:nvPr>
            <p:ph idx="1"/>
          </p:nvPr>
        </p:nvSpPr>
        <p:spPr>
          <a:xfrm>
            <a:off x="0" y="0"/>
            <a:ext cx="12192000" cy="6818972"/>
          </a:xfrm>
        </p:spPr>
        <p:txBody>
          <a:bodyPr/>
          <a:lstStyle/>
          <a:p>
            <a:pPr marL="0" indent="0">
              <a:buNone/>
            </a:pPr>
            <a:r>
              <a:rPr kumimoji="1" lang="ja-JP" altLang="en-US" dirty="0"/>
              <a:t>　　　　　　　　　</a:t>
            </a:r>
            <a:r>
              <a:rPr kumimoji="1" lang="ja-JP" altLang="en-US" sz="8000" dirty="0"/>
              <a:t>ゲーム内容</a:t>
            </a:r>
            <a:endParaRPr kumimoji="1" lang="en-US" altLang="ja-JP" dirty="0"/>
          </a:p>
          <a:p>
            <a:pPr marL="0" indent="0">
              <a:buNone/>
            </a:pPr>
            <a:r>
              <a:rPr kumimoji="1" lang="ja-JP" altLang="en-US" sz="2000" dirty="0"/>
              <a:t>・２</a:t>
            </a:r>
            <a:r>
              <a:rPr kumimoji="1" lang="en-US" altLang="ja-JP" sz="2000" dirty="0"/>
              <a:t>D</a:t>
            </a:r>
            <a:r>
              <a:rPr kumimoji="1" lang="ja-JP" altLang="en-US" sz="2000" dirty="0"/>
              <a:t>アクション</a:t>
            </a:r>
            <a:endParaRPr kumimoji="1" lang="en-US" altLang="ja-JP" sz="2000" dirty="0"/>
          </a:p>
          <a:p>
            <a:pPr marL="0" indent="0">
              <a:buNone/>
            </a:pPr>
            <a:r>
              <a:rPr lang="ja-JP" altLang="en-US" sz="2000" dirty="0"/>
              <a:t>・プレイヤーは冒険者</a:t>
            </a:r>
            <a:endParaRPr lang="en-US" altLang="ja-JP" sz="2000" dirty="0"/>
          </a:p>
          <a:p>
            <a:pPr marL="0" indent="0">
              <a:buNone/>
            </a:pPr>
            <a:r>
              <a:rPr kumimoji="1" lang="ja-JP" altLang="en-US" sz="2000" dirty="0"/>
              <a:t>・職業（剣士</a:t>
            </a:r>
            <a:r>
              <a:rPr kumimoji="1" lang="ja-JP" altLang="en-US" sz="2000"/>
              <a:t>、魔術師）</a:t>
            </a:r>
            <a:endParaRPr kumimoji="1" lang="en-US" altLang="ja-JP" sz="2000" dirty="0"/>
          </a:p>
          <a:p>
            <a:pPr marL="0" indent="0">
              <a:buNone/>
            </a:pPr>
            <a:r>
              <a:rPr lang="ja-JP" altLang="en-US" sz="2000" dirty="0"/>
              <a:t>・大量の敵をなぎ倒していく無双系ゲーム</a:t>
            </a:r>
            <a:endParaRPr lang="en-US" altLang="ja-JP" sz="2000" dirty="0"/>
          </a:p>
          <a:p>
            <a:pPr marL="0" indent="0">
              <a:buNone/>
            </a:pPr>
            <a:r>
              <a:rPr kumimoji="1" lang="ja-JP" altLang="en-US" sz="2000" dirty="0"/>
              <a:t>・地形アクションも実装</a:t>
            </a:r>
            <a:endParaRPr kumimoji="1" lang="en-US" altLang="ja-JP" sz="2000" dirty="0"/>
          </a:p>
          <a:p>
            <a:pPr marL="0" indent="0">
              <a:buNone/>
            </a:pPr>
            <a:r>
              <a:rPr lang="ja-JP" altLang="en-US" sz="2000" dirty="0"/>
              <a:t>面白ポイント</a:t>
            </a:r>
            <a:endParaRPr lang="en-US" altLang="ja-JP" sz="2000" dirty="0"/>
          </a:p>
          <a:p>
            <a:pPr marL="0" indent="0">
              <a:buNone/>
            </a:pPr>
            <a:r>
              <a:rPr kumimoji="1" lang="ja-JP" altLang="en-US" sz="2000" dirty="0"/>
              <a:t>敵を倒しまくって気持ちよくなる</a:t>
            </a:r>
            <a:endParaRPr kumimoji="1" lang="en-US" altLang="ja-JP" sz="2000" dirty="0"/>
          </a:p>
          <a:p>
            <a:pPr marL="0" indent="0">
              <a:buNone/>
            </a:pPr>
            <a:r>
              <a:rPr kumimoji="1" lang="ja-JP" altLang="en-US" sz="2000" dirty="0"/>
              <a:t>ボス</a:t>
            </a:r>
            <a:r>
              <a:rPr lang="ja-JP" altLang="en-US" sz="2000" dirty="0"/>
              <a:t>を</a:t>
            </a:r>
            <a:r>
              <a:rPr kumimoji="1" lang="ja-JP" altLang="en-US" sz="2000" dirty="0"/>
              <a:t>倒した時の達成感</a:t>
            </a:r>
            <a:endParaRPr kumimoji="1" lang="en-US" altLang="ja-JP" sz="2000" dirty="0"/>
          </a:p>
          <a:p>
            <a:pPr marL="0" indent="0">
              <a:buNone/>
            </a:pPr>
            <a:endParaRPr kumimoji="1" lang="en-US" altLang="ja-JP" sz="2000" dirty="0"/>
          </a:p>
        </p:txBody>
      </p:sp>
      <p:sp>
        <p:nvSpPr>
          <p:cNvPr id="4" name="AutoShape 2" descr="horounaito  に対する画像結果">
            <a:extLst>
              <a:ext uri="{FF2B5EF4-FFF2-40B4-BE49-F238E27FC236}">
                <a16:creationId xmlns:a16="http://schemas.microsoft.com/office/drawing/2014/main" id="{CC59F6FE-26B5-F4A2-8F73-60E672ECA8CE}"/>
              </a:ext>
            </a:extLst>
          </p:cNvPr>
          <p:cNvSpPr>
            <a:spLocks noChangeAspect="1" noChangeArrowheads="1"/>
          </p:cNvSpPr>
          <p:nvPr/>
        </p:nvSpPr>
        <p:spPr bwMode="auto">
          <a:xfrm>
            <a:off x="4595813" y="2532722"/>
            <a:ext cx="3000375" cy="17145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ja-JP" altLang="en-US"/>
          </a:p>
        </p:txBody>
      </p:sp>
      <p:pic>
        <p:nvPicPr>
          <p:cNvPr id="6" name="図 5">
            <a:extLst>
              <a:ext uri="{FF2B5EF4-FFF2-40B4-BE49-F238E27FC236}">
                <a16:creationId xmlns:a16="http://schemas.microsoft.com/office/drawing/2014/main" id="{0DFBD4C4-F3D7-7A0E-818C-949C55567914}"/>
              </a:ext>
            </a:extLst>
          </p:cNvPr>
          <p:cNvPicPr>
            <a:picLocks noChangeAspect="1"/>
          </p:cNvPicPr>
          <p:nvPr/>
        </p:nvPicPr>
        <p:blipFill>
          <a:blip r:embed="rId2"/>
          <a:stretch>
            <a:fillRect/>
          </a:stretch>
        </p:blipFill>
        <p:spPr>
          <a:xfrm>
            <a:off x="8393906" y="1426441"/>
            <a:ext cx="3000375" cy="1714500"/>
          </a:xfrm>
          <a:prstGeom prst="rect">
            <a:avLst/>
          </a:prstGeom>
        </p:spPr>
      </p:pic>
      <p:pic>
        <p:nvPicPr>
          <p:cNvPr id="12" name="図 11">
            <a:extLst>
              <a:ext uri="{FF2B5EF4-FFF2-40B4-BE49-F238E27FC236}">
                <a16:creationId xmlns:a16="http://schemas.microsoft.com/office/drawing/2014/main" id="{C659D4F8-A06B-FDBA-9AD2-04205B229559}"/>
              </a:ext>
            </a:extLst>
          </p:cNvPr>
          <p:cNvPicPr>
            <a:picLocks noChangeAspect="1"/>
          </p:cNvPicPr>
          <p:nvPr/>
        </p:nvPicPr>
        <p:blipFill>
          <a:blip r:embed="rId3"/>
          <a:stretch>
            <a:fillRect/>
          </a:stretch>
        </p:blipFill>
        <p:spPr>
          <a:xfrm>
            <a:off x="8405979" y="3975676"/>
            <a:ext cx="2988301" cy="1984850"/>
          </a:xfrm>
          <a:prstGeom prst="rect">
            <a:avLst/>
          </a:prstGeom>
        </p:spPr>
      </p:pic>
    </p:spTree>
    <p:extLst>
      <p:ext uri="{BB962C8B-B14F-4D97-AF65-F5344CB8AC3E}">
        <p14:creationId xmlns:p14="http://schemas.microsoft.com/office/powerpoint/2010/main" val="2998838255"/>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324</TotalTime>
  <Words>160</Words>
  <Application>Microsoft Office PowerPoint</Application>
  <PresentationFormat>ワイド画面</PresentationFormat>
  <Paragraphs>40</Paragraphs>
  <Slides>4</Slides>
  <Notes>0</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4</vt:i4>
      </vt:variant>
    </vt:vector>
  </HeadingPairs>
  <TitlesOfParts>
    <vt:vector size="8" baseType="lpstr">
      <vt:lpstr>游ゴシック</vt:lpstr>
      <vt:lpstr>游ゴシック Light</vt:lpstr>
      <vt:lpstr>Arial</vt:lpstr>
      <vt:lpstr>Office テーマ</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寺山　陽貴</dc:creator>
  <cp:lastModifiedBy>寺山　陽貴</cp:lastModifiedBy>
  <cp:revision>3</cp:revision>
  <dcterms:created xsi:type="dcterms:W3CDTF">2026-04-22T05:17:51Z</dcterms:created>
  <dcterms:modified xsi:type="dcterms:W3CDTF">2026-04-23T09:46:48Z</dcterms:modified>
</cp:coreProperties>
</file>